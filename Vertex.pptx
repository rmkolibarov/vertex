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7"/>
  </p:notesMasterIdLst>
  <p:sldIdLst>
    <p:sldId id="256" r:id="rId2"/>
    <p:sldId id="261" r:id="rId3"/>
    <p:sldId id="257" r:id="rId4"/>
    <p:sldId id="265" r:id="rId5"/>
    <p:sldId id="263" r:id="rId6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B2A0BD-16E1-4340-932B-5BECEDF3B083}" type="datetimeFigureOut">
              <a:rPr lang="bg-BG" smtClean="0"/>
              <a:t>23.3.2026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CDF65B-BEA4-4D47-B4E8-9439ED0882D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52955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27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77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91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4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179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1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8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02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58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62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71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F79B3F-B1AD-D76C-F41F-0FD560BFBE7F}"/>
              </a:ext>
            </a:extLst>
          </p:cNvPr>
          <p:cNvSpPr txBox="1"/>
          <p:nvPr/>
        </p:nvSpPr>
        <p:spPr>
          <a:xfrm>
            <a:off x="7168896" y="1129554"/>
            <a:ext cx="4361688" cy="34752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>
                <a:latin typeface="+mj-lt"/>
                <a:ea typeface="+mj-ea"/>
                <a:cs typeface="+mj-cs"/>
              </a:rPr>
              <a:t>Project Vertex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481612-27A7-20D4-2D37-F67BA4CE70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4" r="33804" b="-2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8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0749F0-FDC0-4265-B497-DA4943C8F49A}"/>
              </a:ext>
            </a:extLst>
          </p:cNvPr>
          <p:cNvSpPr txBox="1"/>
          <p:nvPr/>
        </p:nvSpPr>
        <p:spPr>
          <a:xfrm>
            <a:off x="1671348" y="554182"/>
            <a:ext cx="88493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The team behind the project</a:t>
            </a:r>
            <a:endParaRPr lang="bg-BG" sz="4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5A67B5-C155-3D4D-66DC-0A2A9A308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753" y="2774435"/>
            <a:ext cx="1250662" cy="12506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34C718-FDCF-2DE1-3F49-EA2DBC363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68" y="2774435"/>
            <a:ext cx="1250662" cy="12506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6DC0B0-B17F-6DE1-D470-D92665155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6411" y="2774435"/>
            <a:ext cx="1250661" cy="12506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9CFE28-118E-F37C-C36E-2DBDA1CBC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9048" y="2774435"/>
            <a:ext cx="1250661" cy="12506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C09948C-7FB1-EB62-37FB-5135E3C79B0D}"/>
              </a:ext>
            </a:extLst>
          </p:cNvPr>
          <p:cNvSpPr txBox="1"/>
          <p:nvPr/>
        </p:nvSpPr>
        <p:spPr>
          <a:xfrm>
            <a:off x="495011" y="4202436"/>
            <a:ext cx="2272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Rafail </a:t>
            </a:r>
            <a:r>
              <a:rPr lang="de-DE" dirty="0" err="1"/>
              <a:t>Kolibarov</a:t>
            </a:r>
            <a:r>
              <a:rPr lang="de-DE" dirty="0"/>
              <a:t> 9V</a:t>
            </a:r>
          </a:p>
          <a:p>
            <a:r>
              <a:rPr lang="de-DE" dirty="0" err="1"/>
              <a:t>Scrum</a:t>
            </a:r>
            <a:r>
              <a:rPr lang="de-DE" dirty="0"/>
              <a:t> - Trainer</a:t>
            </a:r>
            <a:endParaRPr lang="bg-B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4F54C8-5A98-82F9-3B69-F748F2F7918E}"/>
              </a:ext>
            </a:extLst>
          </p:cNvPr>
          <p:cNvSpPr txBox="1"/>
          <p:nvPr/>
        </p:nvSpPr>
        <p:spPr>
          <a:xfrm>
            <a:off x="3388555" y="4193199"/>
            <a:ext cx="2189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Nikola</a:t>
            </a:r>
            <a:r>
              <a:rPr lang="en-GB" dirty="0"/>
              <a:t>y Peshev 9G</a:t>
            </a:r>
          </a:p>
          <a:p>
            <a:r>
              <a:rPr lang="en-GB" dirty="0"/>
              <a:t>Developer</a:t>
            </a:r>
            <a:endParaRPr lang="bg-BG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7B2919-8D14-7464-9C9B-42F5C862C941}"/>
              </a:ext>
            </a:extLst>
          </p:cNvPr>
          <p:cNvSpPr txBox="1"/>
          <p:nvPr/>
        </p:nvSpPr>
        <p:spPr>
          <a:xfrm>
            <a:off x="6261659" y="4174615"/>
            <a:ext cx="2419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Hristiyan Mihailov 9V</a:t>
            </a:r>
          </a:p>
          <a:p>
            <a:r>
              <a:rPr lang="en-GB" dirty="0"/>
              <a:t>Developer</a:t>
            </a:r>
            <a:endParaRPr lang="bg-B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2EDCC6-C55D-57E6-9F50-0941968C1A00}"/>
              </a:ext>
            </a:extLst>
          </p:cNvPr>
          <p:cNvSpPr txBox="1"/>
          <p:nvPr/>
        </p:nvSpPr>
        <p:spPr>
          <a:xfrm>
            <a:off x="9365673" y="4174616"/>
            <a:ext cx="2189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Nikola Dimitrov 9B</a:t>
            </a:r>
          </a:p>
          <a:p>
            <a:r>
              <a:rPr lang="en-GB" dirty="0"/>
              <a:t>Developer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776104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D6452-0116-99BE-B16A-B20E993917A8}"/>
              </a:ext>
            </a:extLst>
          </p:cNvPr>
          <p:cNvSpPr txBox="1"/>
          <p:nvPr/>
        </p:nvSpPr>
        <p:spPr>
          <a:xfrm>
            <a:off x="889740" y="465396"/>
            <a:ext cx="4621553" cy="13607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About 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214ABA-323A-A5FE-C276-7529C09AEFD4}"/>
              </a:ext>
            </a:extLst>
          </p:cNvPr>
          <p:cNvSpPr txBox="1"/>
          <p:nvPr/>
        </p:nvSpPr>
        <p:spPr>
          <a:xfrm>
            <a:off x="889740" y="3059178"/>
            <a:ext cx="4975352" cy="2445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800" dirty="0"/>
              <a:t>We created a new digital way to learn using interactive ways</a:t>
            </a:r>
          </a:p>
        </p:txBody>
      </p:sp>
      <p:pic>
        <p:nvPicPr>
          <p:cNvPr id="9" name="Graphic 8" descr="Laptop">
            <a:extLst>
              <a:ext uri="{FF2B5EF4-FFF2-40B4-BE49-F238E27FC236}">
                <a16:creationId xmlns:a16="http://schemas.microsoft.com/office/drawing/2014/main" id="{1F1C4C02-AD8C-DB55-49B2-3C7EC8F42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00895" y="1989465"/>
            <a:ext cx="3879274" cy="387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19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7FB0-0949-F411-9176-7736BA21A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105" y="1334286"/>
            <a:ext cx="4820167" cy="17056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/>
              <a:t>Apps we used</a:t>
            </a:r>
          </a:p>
        </p:txBody>
      </p:sp>
      <p:pic>
        <p:nvPicPr>
          <p:cNvPr id="5" name="Picture 4" descr="What is C++? - Viking Software A/S">
            <a:extLst>
              <a:ext uri="{FF2B5EF4-FFF2-40B4-BE49-F238E27FC236}">
                <a16:creationId xmlns:a16="http://schemas.microsoft.com/office/drawing/2014/main" id="{00D6D230-26BB-E4EA-87DE-570428210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105" y="3286343"/>
            <a:ext cx="2200058" cy="2200058"/>
          </a:xfrm>
          <a:prstGeom prst="rect">
            <a:avLst/>
          </a:prstGeom>
        </p:spPr>
      </p:pic>
      <p:pic>
        <p:nvPicPr>
          <p:cNvPr id="7" name="Picture 6" descr="Visual Studio - Wikipedia">
            <a:extLst>
              <a:ext uri="{FF2B5EF4-FFF2-40B4-BE49-F238E27FC236}">
                <a16:creationId xmlns:a16="http://schemas.microsoft.com/office/drawing/2014/main" id="{665CF162-E12E-6AEC-2E13-4E7EA7E5B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942" y="3286343"/>
            <a:ext cx="2200058" cy="2200058"/>
          </a:xfrm>
          <a:prstGeom prst="rect">
            <a:avLst/>
          </a:prstGeom>
        </p:spPr>
      </p:pic>
      <p:pic>
        <p:nvPicPr>
          <p:cNvPr id="8" name="Picture 7" descr="GitHub | San Francisco CA">
            <a:extLst>
              <a:ext uri="{FF2B5EF4-FFF2-40B4-BE49-F238E27FC236}">
                <a16:creationId xmlns:a16="http://schemas.microsoft.com/office/drawing/2014/main" id="{F57BA30D-7F52-C6D5-544B-A9666EE10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272" y="3286343"/>
            <a:ext cx="2200058" cy="2200058"/>
          </a:xfrm>
          <a:prstGeom prst="rect">
            <a:avLst/>
          </a:prstGeom>
        </p:spPr>
      </p:pic>
      <p:pic>
        <p:nvPicPr>
          <p:cNvPr id="6" name="Picture 5" descr="Microsoft Teams – Уикипедия">
            <a:extLst>
              <a:ext uri="{FF2B5EF4-FFF2-40B4-BE49-F238E27FC236}">
                <a16:creationId xmlns:a16="http://schemas.microsoft.com/office/drawing/2014/main" id="{14C15AFB-B456-A41F-4BCC-4C64E2200A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0171" y="3232289"/>
            <a:ext cx="2186988" cy="23081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4E6F10-3CF8-2798-30BB-27B8886E2D81}"/>
              </a:ext>
            </a:extLst>
          </p:cNvPr>
          <p:cNvSpPr/>
          <p:nvPr/>
        </p:nvSpPr>
        <p:spPr>
          <a:xfrm>
            <a:off x="1064537" y="1017450"/>
            <a:ext cx="978862" cy="7040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83771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F447467-474F-7A46-9B55-A89C6B0DA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4E4D2D-4652-13C7-F168-D38BA154EC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1016" b="1237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198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73D48-8FDE-08BD-C239-01F40DD42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0980" y="1893965"/>
            <a:ext cx="4738347" cy="1986802"/>
          </a:xfrm>
        </p:spPr>
        <p:txBody>
          <a:bodyPr>
            <a:normAutofit/>
          </a:bodyPr>
          <a:lstStyle/>
          <a:p>
            <a:pPr algn="r"/>
            <a:r>
              <a:rPr lang="en-GB">
                <a:solidFill>
                  <a:srgbClr val="FFFFFF"/>
                </a:solidFill>
              </a:rPr>
              <a:t>Let’s continue with the project</a:t>
            </a:r>
            <a:endParaRPr lang="bg-BG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362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47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Neue Haas Grotesk Text Pro</vt:lpstr>
      <vt:lpstr>VanillaVTI</vt:lpstr>
      <vt:lpstr>PowerPoint Presentation</vt:lpstr>
      <vt:lpstr>PowerPoint Presentation</vt:lpstr>
      <vt:lpstr>PowerPoint Presentation</vt:lpstr>
      <vt:lpstr>Apps we used</vt:lpstr>
      <vt:lpstr>Let’s continue with the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Nikolay Peshev</dc:creator>
  <cp:lastModifiedBy>Nikolay Peshev</cp:lastModifiedBy>
  <cp:revision>1</cp:revision>
  <dcterms:created xsi:type="dcterms:W3CDTF">2026-03-23T20:10:08Z</dcterms:created>
  <dcterms:modified xsi:type="dcterms:W3CDTF">2026-03-23T21:07:35Z</dcterms:modified>
</cp:coreProperties>
</file>